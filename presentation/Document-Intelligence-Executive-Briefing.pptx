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One-line: we turn a client's raw KYC documents into structured, searchable knowledge that downstream systems can query by client. Agenda: problem, the platform, how each stage works, security,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pain: the bank already has the documents; the value is locked. Three angles — trapped data, no machine access, manual + compliance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Elevator pitch with the value chain. Emphasize 'one API' and 'provenance'. Everything that follows is how each stage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outcomes management cares about: compliance (0 IDs to AI), scale, coverage, auditability. These map to the security and architecture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the gate in the middle: it decides what is safe to send to AI. Storage is isolated per client. Downstream consumers only touch the serving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novel part and the moat. A document becomes a small tree of knowledge that is both human- and machine-navigable, with provenance on every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is the headline. The gate is the control that lets the bank use AI without exposing regulated PII. Default-deny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Operationally important: onboard whatever format clients send. The same code talks to real Azure or a local stand-in, so development and testing are not blocked on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engines. Deterministic gives trustworthy, audited ID fields. AI handles the messy long tail. The combination is both safe and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downstream teams actually consume: one scoped, grounded, access-aware API. Masking can be toggled per caller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Re-KYC and periodic review get this for free. The client view stays current across many documents, and history is preserved for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for management — it shows the design is real and rigorous. Point at the per-client isolation and the audit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risk/compliance stakeholders. Four controls: isolation, no-egress for PII, masking, audit. Tie back to the gate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on scale and that the stack is standard, proven technology — low operational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built vs pending. 'Next' items are mostly external enablement (credentials, gateway, sample data), not core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value: queryable client knowledge + bank-grade safety. Invite questions; point to the roadmap for what unlocks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3840480" cy="384048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KYC documents into a queryable, per-client knowledge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System Design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Executive Briefing   ·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KYC knowledge is locked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" y="178308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 in documents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address, ownership and income data arrive as PDFs, scans and images. The knowledge is there, but not usable.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88536" y="178308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08576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can't query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onboarding and review systems need to ask questions about a client. Today they re-read raw files by hand.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66176" y="178308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86216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58621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86216" y="2834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manual, and risky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86216" y="3520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extraction is costly and error-prone, and sending sensitive documents to AI raises real compliance concerns.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platform, document in → knowledge out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value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19945"/>
            <a:ext cx="11064240" cy="955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97680"/>
            <a:ext cx="9628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 is OCR'd, classified safely, extracted, organized into a per-client knowledge tree, and served to downstream systems through one API — with full provenance on every fact.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46888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20574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9768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IDs sent to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Passports, SSNs and CURPs are extracted locally and never leave the boundary.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0574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clients, isolated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client's data is partitioned and access-controlled in the database.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2512" y="20574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US·CA·MX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28232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+ 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North-American KYC documents across two languages, out of the box.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44584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81744" y="20574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27464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carry provenance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73184" y="37033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extracted value links to its source page and verification status.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8703"/>
            <a:ext cx="11064240" cy="1548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43484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OCR → PII-safe gate → extraction → knowledge tree → isolated store → serving API.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decides what is safe for AI; sensitive IDs are extracted on-box and never leave the boundary.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 (embeddings, LLM, rerank) is delegated to a shared gateway — no AI credentials live in this platform.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differentiator: the knowledge subtree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sub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424" y="1325880"/>
            <a:ext cx="9610672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43484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 per document — classification, extracted facts, and searchable representations.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per client: document type → version → facts, built to be traversed by any downstream service or agent.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node is semantic, linked, and carries its source.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PII-safe by design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2062"/>
            <a:ext cx="11064240" cy="1842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443484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 classified locally before any AI sees them — a policy gate decides: extract on-box, or allow to the AI model.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IDs (passport, SSN, CURP) stay fully local. Fails safe: when unsure, it keeps data in-house.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document, any format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o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16834"/>
            <a:ext cx="7178040" cy="22644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71600"/>
            <a:ext cx="3822192" cy="4754880"/>
          </a:xfrm>
          <a:prstGeom prst="roundRect">
            <a:avLst>
              <a:gd name="adj" fmla="val 239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1627632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Word, PNG and JPEG — all supported.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OCR uses Azure Computer Vision Read.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drop-in local mock lets us run and test fully offline.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fails hard — always degrades gracefully.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Extraction: deterministic + AI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ext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111" y="1371600"/>
            <a:ext cx="3144218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71600"/>
            <a:ext cx="3822192" cy="4754880"/>
          </a:xfrm>
          <a:prstGeom prst="roundRect">
            <a:avLst>
              <a:gd name="adj" fmla="val 239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1627632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Fixed-format IDs are parsed and checksum-verified — no AI, no errors.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documents use AI for adaptive extraction.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fact records how it was verified and how confident we are.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always runs; AI only when the gate allows.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serving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5103"/>
            <a:ext cx="7178040" cy="23678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71600"/>
            <a:ext cx="3822192" cy="4754880"/>
          </a:xfrm>
          <a:prstGeom prst="roundRect">
            <a:avLst>
              <a:gd name="adj" fmla="val 239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1627632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asks questions scoped to one client.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 keyword + meaning + document structure.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come back grounded in the source document.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masking redacts sensitive values by caller.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current: merge &amp; versioning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64" y="1371600"/>
            <a:ext cx="6611713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71600"/>
            <a:ext cx="3822192" cy="4754880"/>
          </a:xfrm>
          <a:prstGeom prst="roundRect">
            <a:avLst>
              <a:gd name="adj" fmla="val 239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1627632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from all of a client's documents are consolidated.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are flagged for review, not silently overwritten.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Re-uploads create immutable versions; nothing is lost.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 feed surfaces what is new for periodic review.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pic>
        <p:nvPicPr>
          <p:cNvPr id="3" name="Image 0" descr="/Users/neelu/document_intelligence/presentation/assets/diagrams/data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51" y="1371600"/>
            <a:ext cx="6899939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09560" y="1371600"/>
            <a:ext cx="3822192" cy="4754880"/>
          </a:xfrm>
          <a:prstGeom prst="roundRect">
            <a:avLst>
              <a:gd name="adj" fmla="val 2392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183880" y="1627632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tables: documents, versions, knowledge nodes, search representations, merged facts, entities, audit.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and access-controlled per client.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for fast lookup by client and fast semantic search.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compliance, built 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0916" y="1508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C3A78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90956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90956" y="225856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 is scoped to one client and enforced in the database — a forgotten filter cannot leak another client's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76" y="1508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C3A78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43116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stays local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43116" y="225856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documents are extracted on-box and never sent to external AI; default-deny when uncertain.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C3A78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Masking on demand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90956" y="459028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can be served full or redacted, depending on the caller's clearance.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3076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C3A78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43116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&amp; audit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43116" y="459028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 links to its source; every gate decision is logged for compliance review.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technology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millions of clients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Per-client partitioning keeps every lookup fast as the corpus grows.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is delegated to a shared, proven model gateway.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containers; one command brings the whole stack up locally.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98348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9834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29968" y="49834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4983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21608" y="4983480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49834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498348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4983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ltree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98348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9834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Vision Read v3.2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99448" y="498348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49834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88752" y="498348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88752" y="498348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running in containers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OCR with local + Azure paths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PII-safe gate + deterministic extraction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tree, search, and serving API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documentation suite (with diagrams)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20574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production Azure OCR resource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shared model-gateway endpoints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classifier on real document samples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a live client document 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 ·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846320"/>
            <a:ext cx="3291840" cy="3291840"/>
          </a:xfrm>
          <a:prstGeom prst="ellipse">
            <a:avLst/>
          </a:prstGeom>
          <a:solidFill>
            <a:srgbClr val="2C3A7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decisions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PII-safe document-intelligence platform that makes every client's KYC knowledge instantly queryable — with the provenance and isolation a bank requires.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Intelligence — Executive Briefing</dc:title>
  <dc:subject>PptxGenJS Presentation</dc:subject>
  <dc:creator>Document Intelligence</dc:creator>
  <cp:lastModifiedBy>Document Intelligence</cp:lastModifiedBy>
  <cp:revision>1</cp:revision>
  <dcterms:created xsi:type="dcterms:W3CDTF">2026-06-24T17:35:24Z</dcterms:created>
  <dcterms:modified xsi:type="dcterms:W3CDTF">2026-06-24T17:35:24Z</dcterms:modified>
</cp:coreProperties>
</file>